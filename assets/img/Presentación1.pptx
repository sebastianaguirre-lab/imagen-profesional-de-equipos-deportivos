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E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D596AE-4360-4006-B69F-644A3A6346E0}" v="9" dt="2026-08-08T22:16:34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aguirre" userId="e265779d6b6bdf65" providerId="LiveId" clId="{7A641E5C-B8E5-411E-A0E1-F587A8AFE717}"/>
    <pc:docChg chg="undo custSel addSld modSld">
      <pc:chgData name="sebastian aguirre" userId="e265779d6b6bdf65" providerId="LiveId" clId="{7A641E5C-B8E5-411E-A0E1-F587A8AFE717}" dt="2026-08-08T22:17:04.860" v="37" actId="732"/>
      <pc:docMkLst>
        <pc:docMk/>
      </pc:docMkLst>
      <pc:sldChg chg="addSp modSp mod">
        <pc:chgData name="sebastian aguirre" userId="e265779d6b6bdf65" providerId="LiveId" clId="{7A641E5C-B8E5-411E-A0E1-F587A8AFE717}" dt="2026-08-08T22:16:06.800" v="31" actId="1076"/>
        <pc:sldMkLst>
          <pc:docMk/>
          <pc:sldMk cId="326679510" sldId="256"/>
        </pc:sldMkLst>
        <pc:spChg chg="add mod">
          <ac:chgData name="sebastian aguirre" userId="e265779d6b6bdf65" providerId="LiveId" clId="{7A641E5C-B8E5-411E-A0E1-F587A8AFE717}" dt="2026-08-08T22:16:06.800" v="31" actId="1076"/>
          <ac:spMkLst>
            <pc:docMk/>
            <pc:sldMk cId="326679510" sldId="256"/>
            <ac:spMk id="3" creationId="{37FD6900-1461-8BD7-C9C7-191AF6854A9E}"/>
          </ac:spMkLst>
        </pc:spChg>
        <pc:spChg chg="mod">
          <ac:chgData name="sebastian aguirre" userId="e265779d6b6bdf65" providerId="LiveId" clId="{7A641E5C-B8E5-411E-A0E1-F587A8AFE717}" dt="2026-08-08T22:13:49.568" v="11" actId="207"/>
          <ac:spMkLst>
            <pc:docMk/>
            <pc:sldMk cId="326679510" sldId="256"/>
            <ac:spMk id="11" creationId="{DA5EB161-CF87-EC28-DC57-9978ABF8E638}"/>
          </ac:spMkLst>
        </pc:spChg>
        <pc:grpChg chg="mod">
          <ac:chgData name="sebastian aguirre" userId="e265779d6b6bdf65" providerId="LiveId" clId="{7A641E5C-B8E5-411E-A0E1-F587A8AFE717}" dt="2026-08-08T22:16:06.800" v="31" actId="1076"/>
          <ac:grpSpMkLst>
            <pc:docMk/>
            <pc:sldMk cId="326679510" sldId="256"/>
            <ac:grpSpMk id="13" creationId="{4E73D228-673F-D967-C909-CFCCE666B86D}"/>
          </ac:grpSpMkLst>
        </pc:grpChg>
      </pc:sldChg>
      <pc:sldChg chg="modSp mod">
        <pc:chgData name="sebastian aguirre" userId="e265779d6b6bdf65" providerId="LiveId" clId="{7A641E5C-B8E5-411E-A0E1-F587A8AFE717}" dt="2026-08-08T04:35:04.341" v="6" actId="732"/>
        <pc:sldMkLst>
          <pc:docMk/>
          <pc:sldMk cId="2397867790" sldId="257"/>
        </pc:sldMkLst>
        <pc:picChg chg="mod modCrop">
          <ac:chgData name="sebastian aguirre" userId="e265779d6b6bdf65" providerId="LiveId" clId="{7A641E5C-B8E5-411E-A0E1-F587A8AFE717}" dt="2026-08-08T04:35:04.341" v="6" actId="732"/>
          <ac:picMkLst>
            <pc:docMk/>
            <pc:sldMk cId="2397867790" sldId="257"/>
            <ac:picMk id="28" creationId="{5AAD34E8-308D-8E8B-78B9-1C92EB379C37}"/>
          </ac:picMkLst>
        </pc:picChg>
      </pc:sldChg>
      <pc:sldChg chg="addSp delSp modSp new mod">
        <pc:chgData name="sebastian aguirre" userId="e265779d6b6bdf65" providerId="LiveId" clId="{7A641E5C-B8E5-411E-A0E1-F587A8AFE717}" dt="2026-08-08T22:17:04.860" v="37" actId="732"/>
        <pc:sldMkLst>
          <pc:docMk/>
          <pc:sldMk cId="692117894" sldId="259"/>
        </pc:sldMkLst>
        <pc:spChg chg="del">
          <ac:chgData name="sebastian aguirre" userId="e265779d6b6bdf65" providerId="LiveId" clId="{7A641E5C-B8E5-411E-A0E1-F587A8AFE717}" dt="2026-08-08T22:16:29.554" v="33" actId="478"/>
          <ac:spMkLst>
            <pc:docMk/>
            <pc:sldMk cId="692117894" sldId="259"/>
            <ac:spMk id="2" creationId="{D079FC0F-3A27-0703-F778-B8A328C98BE1}"/>
          </ac:spMkLst>
        </pc:spChg>
        <pc:spChg chg="del">
          <ac:chgData name="sebastian aguirre" userId="e265779d6b6bdf65" providerId="LiveId" clId="{7A641E5C-B8E5-411E-A0E1-F587A8AFE717}" dt="2026-08-08T22:16:29.554" v="33" actId="478"/>
          <ac:spMkLst>
            <pc:docMk/>
            <pc:sldMk cId="692117894" sldId="259"/>
            <ac:spMk id="3" creationId="{05706651-0AF1-C988-B532-C0BBC27408B8}"/>
          </ac:spMkLst>
        </pc:spChg>
        <pc:spChg chg="mod">
          <ac:chgData name="sebastian aguirre" userId="e265779d6b6bdf65" providerId="LiveId" clId="{7A641E5C-B8E5-411E-A0E1-F587A8AFE717}" dt="2026-08-08T22:16:30.541" v="34"/>
          <ac:spMkLst>
            <pc:docMk/>
            <pc:sldMk cId="692117894" sldId="259"/>
            <ac:spMk id="5" creationId="{AD77E45F-F13C-F9E4-44BF-792B2F597B3A}"/>
          </ac:spMkLst>
        </pc:spChg>
        <pc:spChg chg="mod">
          <ac:chgData name="sebastian aguirre" userId="e265779d6b6bdf65" providerId="LiveId" clId="{7A641E5C-B8E5-411E-A0E1-F587A8AFE717}" dt="2026-08-08T22:16:30.541" v="34"/>
          <ac:spMkLst>
            <pc:docMk/>
            <pc:sldMk cId="692117894" sldId="259"/>
            <ac:spMk id="7" creationId="{02F7C0E6-B0AB-7AE7-2BBB-0900CE68257D}"/>
          </ac:spMkLst>
        </pc:spChg>
        <pc:spChg chg="mod">
          <ac:chgData name="sebastian aguirre" userId="e265779d6b6bdf65" providerId="LiveId" clId="{7A641E5C-B8E5-411E-A0E1-F587A8AFE717}" dt="2026-08-08T22:16:30.541" v="34"/>
          <ac:spMkLst>
            <pc:docMk/>
            <pc:sldMk cId="692117894" sldId="259"/>
            <ac:spMk id="8" creationId="{1EEC5831-26DF-8C96-6E70-121D30CF294E}"/>
          </ac:spMkLst>
        </pc:spChg>
        <pc:spChg chg="add mod">
          <ac:chgData name="sebastian aguirre" userId="e265779d6b6bdf65" providerId="LiveId" clId="{7A641E5C-B8E5-411E-A0E1-F587A8AFE717}" dt="2026-08-08T22:16:30.541" v="34"/>
          <ac:spMkLst>
            <pc:docMk/>
            <pc:sldMk cId="692117894" sldId="259"/>
            <ac:spMk id="9" creationId="{C2C1937D-851F-DB04-2C4F-D31B6C9F3A2F}"/>
          </ac:spMkLst>
        </pc:spChg>
        <pc:grpChg chg="add mod">
          <ac:chgData name="sebastian aguirre" userId="e265779d6b6bdf65" providerId="LiveId" clId="{7A641E5C-B8E5-411E-A0E1-F587A8AFE717}" dt="2026-08-08T22:16:30.541" v="34"/>
          <ac:grpSpMkLst>
            <pc:docMk/>
            <pc:sldMk cId="692117894" sldId="259"/>
            <ac:grpSpMk id="4" creationId="{359F65A0-27E4-0D94-D748-6385661ED11F}"/>
          </ac:grpSpMkLst>
        </pc:grpChg>
        <pc:grpChg chg="mod">
          <ac:chgData name="sebastian aguirre" userId="e265779d6b6bdf65" providerId="LiveId" clId="{7A641E5C-B8E5-411E-A0E1-F587A8AFE717}" dt="2026-08-08T22:16:30.541" v="34"/>
          <ac:grpSpMkLst>
            <pc:docMk/>
            <pc:sldMk cId="692117894" sldId="259"/>
            <ac:grpSpMk id="6" creationId="{C1169699-979A-B5C1-EE02-9A104AFE2B2D}"/>
          </ac:grpSpMkLst>
        </pc:grpChg>
        <pc:picChg chg="add mod modCrop">
          <ac:chgData name="sebastian aguirre" userId="e265779d6b6bdf65" providerId="LiveId" clId="{7A641E5C-B8E5-411E-A0E1-F587A8AFE717}" dt="2026-08-08T22:17:04.860" v="37" actId="732"/>
          <ac:picMkLst>
            <pc:docMk/>
            <pc:sldMk cId="692117894" sldId="259"/>
            <ac:picMk id="11" creationId="{388FA2FC-C094-6CC8-A106-1DB9D56038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3BA25-7BF9-BE68-CA1F-DB98F38F2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6B1D74-4777-3174-FE7A-F43BBD6E9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BFD43B-58B2-FAC2-0063-0735C706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73B57A-3FC3-BD52-EF88-4379B605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31D4FF-CD49-794B-888F-8B882DC9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649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AB408-11B4-589E-1B1C-A30EB764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1697C0-CFAD-E887-5D6A-D779109D8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2A351C-1C1F-83BE-A104-AF0D6EF48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DD2B35-2203-700C-215B-3FCE8FA86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E3A794-243D-92C8-1891-5C793642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254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F71D3-6405-982E-4028-4FEDE0E70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4E727F-EDA5-EA7A-F50B-C65F40285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B52A52-87D6-94D5-20EB-69C5DB1D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949919-1BB4-5688-806E-6EA00021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8626D3-6B43-D11E-05C1-2E903894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727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BF9DE-FC23-9A3A-86BB-4CCF2B58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4FADE-830A-E72D-7C29-B32A647E3A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954A67-D7F6-344F-20F5-3D71CD0D6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1E7E2B-2ECC-3BE4-4549-66D5BD4C2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B129BF-5647-9146-9B74-E7038C8F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39864-952C-FB11-B98E-FBDFB4FE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809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9A389F-F8DD-6A95-F0E1-455E9ABB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7897A4-0C5B-82CE-B166-99293B33B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FA0FCA-C541-BFF8-53AE-5508B1561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7504A8-EA6E-8584-6036-4E85E3AC0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CDF2E0-7A07-C433-55FC-F1C699F23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9AF5D93-BDDE-F475-9DB8-108496F0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99A1C7B-91F2-4234-38C5-A76F09DB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EB15D9-DA69-7BE1-39F9-D8D96A23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1108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11D38-58FE-F694-92EE-AD6018AB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86D561C-FD62-303E-5109-D593360F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A8417B-2259-9342-A004-C1F8FB2D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233A68-B745-F79A-3111-CDA94AED2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0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E38A00E-D059-A2E4-C0FA-C104EB9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6B3A79-FC42-DB76-BD5C-1A92AB70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59A6A4-2524-5970-B5D5-1DFA9267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372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BCF45-0B27-6232-1FE5-A95B21E0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A3D5BF-E44B-7013-FEBF-C87839C5A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BA9C63-2135-616F-1C8E-CCD2B98D7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656DC7-2483-BB06-5752-F176E35D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45BC81-1E0A-251F-066D-B24EBE52D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656B3D-57CA-8CE4-4DB8-5F672215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577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E4B57-1862-DD5C-ED01-29C475C13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2E19F9E-73FA-EEC9-300F-275CE657D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371643-B177-4052-7914-554149131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F0FF28-3C08-A6ED-91C6-B626C931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312A08-3282-A605-6254-119F5E1E1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9AEC49-3C3C-FC29-102D-B060CF13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1057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E5863-46D8-9D5E-5E2E-5FA119A9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DC0A67-0B3A-E73A-86BA-CC3A33AB9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10243A-EA69-C9B5-A2AE-5DC2F1E22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F78133-6DF8-061C-04AA-19F3D573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FC016B-DE09-90BB-11A3-6BA19C42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444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BD5319-471E-F43A-E960-7A9E851AE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724F77-8B39-5126-C633-FF331A460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80CE74-48DC-D0CC-0842-6F3137AE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5BB5B3-D1CF-0B24-310F-750E0FBE9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86C65D-0ABA-6682-A71B-36BFDEC3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9078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01A6E2C-9892-4C75-782A-EBC0EB247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57EF80-02C9-ACA5-F211-34D40593D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551342-5CE6-5183-8B72-D8519AACC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220A5-DFB7-4270-988E-5E0F08AC6094}" type="datetimeFigureOut">
              <a:rPr lang="es-CL" smtClean="0"/>
              <a:t>08-08-2026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CF3C3B-B335-42BE-D48F-48F22FF2E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E91C2C-AC01-CAA1-29BC-57219DB06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8D97B-4BF6-4BDB-9C24-E6CA2F5741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217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4E73D228-673F-D967-C909-CFCCE666B86D}"/>
              </a:ext>
            </a:extLst>
          </p:cNvPr>
          <p:cNvGrpSpPr/>
          <p:nvPr/>
        </p:nvGrpSpPr>
        <p:grpSpPr>
          <a:xfrm>
            <a:off x="-6240905" y="1832547"/>
            <a:ext cx="7459480" cy="3192905"/>
            <a:chOff x="359764" y="0"/>
            <a:chExt cx="7459480" cy="3192905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87683442-A40D-6D91-645B-6D400AA7B8E5}"/>
                </a:ext>
              </a:extLst>
            </p:cNvPr>
            <p:cNvSpPr/>
            <p:nvPr/>
          </p:nvSpPr>
          <p:spPr>
            <a:xfrm>
              <a:off x="359764" y="0"/>
              <a:ext cx="4457700" cy="3192905"/>
            </a:xfrm>
            <a:prstGeom prst="roundRect">
              <a:avLst/>
            </a:prstGeom>
            <a:ln w="152400">
              <a:solidFill>
                <a:srgbClr val="00B0F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4A9760E7-DAFC-393B-A49B-5FAF7E6A72A4}"/>
                </a:ext>
              </a:extLst>
            </p:cNvPr>
            <p:cNvGrpSpPr/>
            <p:nvPr/>
          </p:nvGrpSpPr>
          <p:grpSpPr>
            <a:xfrm>
              <a:off x="1163611" y="58329"/>
              <a:ext cx="6655633" cy="2646878"/>
              <a:chOff x="848818" y="73319"/>
              <a:chExt cx="6655633" cy="2646878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EE30FFF-1F1E-ED18-0973-5FBFA15C6CEB}"/>
                  </a:ext>
                </a:extLst>
              </p:cNvPr>
              <p:cNvSpPr txBox="1"/>
              <p:nvPr/>
            </p:nvSpPr>
            <p:spPr>
              <a:xfrm>
                <a:off x="848818" y="73319"/>
                <a:ext cx="4457700" cy="2646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L" sz="16600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es-CL" sz="11500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es-CL" sz="16600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  <a:endParaRPr lang="es-C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A5EB161-CF87-EC28-DC57-9978ABF8E638}"/>
                  </a:ext>
                </a:extLst>
              </p:cNvPr>
              <p:cNvSpPr txBox="1"/>
              <p:nvPr/>
            </p:nvSpPr>
            <p:spPr>
              <a:xfrm>
                <a:off x="1410951" y="658672"/>
                <a:ext cx="6093500" cy="1862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L" sz="9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JS</a:t>
                </a:r>
                <a:r>
                  <a:rPr lang="es-CL" sz="11500" b="1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 </a:t>
                </a:r>
                <a:endParaRPr lang="es-CL" dirty="0"/>
              </a:p>
            </p:txBody>
          </p:sp>
        </p:grp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37FD6900-1461-8BD7-C9C7-191AF6854A9E}"/>
              </a:ext>
            </a:extLst>
          </p:cNvPr>
          <p:cNvSpPr txBox="1"/>
          <p:nvPr/>
        </p:nvSpPr>
        <p:spPr>
          <a:xfrm>
            <a:off x="-1543363" y="2768617"/>
            <a:ext cx="76393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9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JS </a:t>
            </a:r>
            <a:r>
              <a:rPr lang="es-CL" sz="9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SPORT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326679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>
            <a:extLst>
              <a:ext uri="{FF2B5EF4-FFF2-40B4-BE49-F238E27FC236}">
                <a16:creationId xmlns:a16="http://schemas.microsoft.com/office/drawing/2014/main" id="{9925AD47-DE96-D5D1-34EE-E71911A50344}"/>
              </a:ext>
            </a:extLst>
          </p:cNvPr>
          <p:cNvSpPr>
            <a:spLocks noChangeAspect="1"/>
          </p:cNvSpPr>
          <p:nvPr/>
        </p:nvSpPr>
        <p:spPr>
          <a:xfrm>
            <a:off x="3920996" y="1294175"/>
            <a:ext cx="3918860" cy="3918860"/>
          </a:xfrm>
          <a:prstGeom prst="ellipse">
            <a:avLst/>
          </a:prstGeom>
          <a:ln w="152400">
            <a:solidFill>
              <a:srgbClr val="00B0F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93BFD28-6E43-4A65-F1C0-599A149A07B6}"/>
              </a:ext>
            </a:extLst>
          </p:cNvPr>
          <p:cNvGrpSpPr/>
          <p:nvPr/>
        </p:nvGrpSpPr>
        <p:grpSpPr>
          <a:xfrm>
            <a:off x="4476437" y="1737228"/>
            <a:ext cx="6655633" cy="2646878"/>
            <a:chOff x="848818" y="73319"/>
            <a:chExt cx="6655633" cy="2646878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06D636D9-ABD1-293E-4392-B82863680E1E}"/>
                </a:ext>
              </a:extLst>
            </p:cNvPr>
            <p:cNvSpPr txBox="1"/>
            <p:nvPr/>
          </p:nvSpPr>
          <p:spPr>
            <a:xfrm>
              <a:off x="848818" y="73319"/>
              <a:ext cx="4457700" cy="2646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166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</a:t>
              </a:r>
              <a:r>
                <a:rPr lang="es-CL" sz="115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s-CL" sz="166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</a:t>
              </a:r>
              <a:endParaRPr lang="es-CL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C1309FF-71F1-C5FA-2D33-DAAEDB2E2AD1}"/>
                </a:ext>
              </a:extLst>
            </p:cNvPr>
            <p:cNvSpPr txBox="1"/>
            <p:nvPr/>
          </p:nvSpPr>
          <p:spPr>
            <a:xfrm>
              <a:off x="1410951" y="658672"/>
              <a:ext cx="6093500" cy="18620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9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JS</a:t>
              </a:r>
              <a:r>
                <a:rPr lang="es-CL" sz="115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</a:t>
              </a:r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3786321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8EBB0DA6-E892-94FB-A73C-22F9DF4733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7" t="9325" r="37105" b="12257"/>
          <a:stretch>
            <a:fillRect/>
          </a:stretch>
        </p:blipFill>
        <p:spPr>
          <a:xfrm>
            <a:off x="2002220" y="2522483"/>
            <a:ext cx="3799489" cy="2784034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5AAD34E8-308D-8E8B-78B9-1C92EB379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7" t="1300" r="40938" b="6386"/>
          <a:stretch>
            <a:fillRect/>
          </a:stretch>
        </p:blipFill>
        <p:spPr>
          <a:xfrm>
            <a:off x="6664271" y="2014780"/>
            <a:ext cx="4107051" cy="409155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7867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388FA2FC-C094-6CC8-A106-1DB9D56038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1" t="8889" r="6558" b="12586"/>
          <a:stretch>
            <a:fillRect/>
          </a:stretch>
        </p:blipFill>
        <p:spPr>
          <a:xfrm>
            <a:off x="209862" y="1678898"/>
            <a:ext cx="11182663" cy="334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178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24</TotalTime>
  <Words>9</Words>
  <Application>Microsoft Office PowerPoint</Application>
  <PresentationFormat>Panorámica</PresentationFormat>
  <Paragraphs>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Black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aguirre</dc:creator>
  <cp:lastModifiedBy>sebastian aguirre</cp:lastModifiedBy>
  <cp:revision>1</cp:revision>
  <dcterms:created xsi:type="dcterms:W3CDTF">2026-08-08T04:15:57Z</dcterms:created>
  <dcterms:modified xsi:type="dcterms:W3CDTF">2026-08-08T22:17:14Z</dcterms:modified>
</cp:coreProperties>
</file>